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  <p:sldMasterId id="2147483749" r:id="rId2"/>
    <p:sldMasterId id="2147483767" r:id="rId3"/>
    <p:sldMasterId id="2147483784" r:id="rId4"/>
    <p:sldMasterId id="2147483796" r:id="rId5"/>
  </p:sldMasterIdLst>
  <p:sldIdLst>
    <p:sldId id="256" r:id="rId6"/>
    <p:sldId id="258" r:id="rId7"/>
    <p:sldId id="257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66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25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46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2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46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58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66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17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5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20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353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8983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277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224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87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706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657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4256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6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8707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202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67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3377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104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0738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811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589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261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1623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499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730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983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5135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2780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9599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1206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2462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374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9419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718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0448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3999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610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069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04378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5792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36671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8948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5009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055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A1A09-8BB0-352C-9F4D-2BBE550C5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D3054-00AC-69E8-30B4-380F1C85C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3467-2082-7925-149C-66D5BDF2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9CE4B-C59C-99B5-E59B-B3804051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1A3F4-16E5-1CFE-7B64-325C2018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87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BD0B-65A7-EB79-98BD-EA52EE6C3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8DA3-A44C-6CFE-E90D-03050E87E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6DCA5-7489-96B4-FFC8-C7DCCEE0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FAB2B-0AD2-DDBF-BC49-96A66D8C6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2A5F3-A654-6D79-66D5-417E2C901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5513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2094-FA95-B39C-7C21-C0FC06F5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64DAC-44D7-A080-45EB-D95CAE74B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FF5B-635A-8A1E-6573-2DC3F272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25DCA-CA0C-8DF8-0C11-46D8C1F1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3D8FE-3F4E-B745-43DE-919ECDDF2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3018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B32B-6FD5-A9C8-B670-ADE34685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B1976-58AB-3B87-519F-1A1B75F02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2E326-B205-A9D3-2F84-E4F2F0DD2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78C4B-8692-DE42-7EFC-432FB330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F6801-89B4-D143-DD95-F38EAF337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F404C-FBBD-4680-3D8F-987CA37C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2607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529B-0801-D7F7-1412-4C70B7C1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20C05-D6BE-A52F-B6C7-82B383DB1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0E992-1E3B-E4A6-87EF-22A154289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0A272-26FA-DE69-D100-39E80AFB4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A34E6-F966-2FC9-65F9-414AA16D4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95BF97-2F5B-D05F-7C99-D37DCDA5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CD6F9-C84F-CC8F-2758-27C11728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41DB5-9DE0-ABE8-1688-7774E7A3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0040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E7E3-0709-66E3-F72E-67E26020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6F320-5C79-7507-8788-EB964939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42A9E-F616-F99C-6168-9068B540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5ADB7-10E6-04B6-4EA1-A78FB87E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188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3D546-6108-768E-FBF1-2D36AC5F1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9E812-8B95-81EA-8A29-3DD045FA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C19C6-6F02-2514-4BCC-C9E87FE6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713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8DA3-9451-225F-4174-86CDCCB5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7DA0-B7A3-B0FC-C333-8EEEE8423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7825E-536D-A726-948D-19D05E82F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01A5A-80B6-89F5-71C6-06D67F8B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F58EF-8272-68B7-BFCC-EA54A8F6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EA8F-7AC3-5121-07C1-8E61F4967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7268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915C-91A6-1BD6-B10F-27B66F8D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79243-8F5A-017E-89AD-94C10B65A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EB503-1017-FDDE-94A8-8E5B4746C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E4D28-A73D-37D9-7719-037ACB63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0C723-F991-B3B9-7B7F-2B16AA31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AD037-EB27-FD45-90C5-B0FF1D200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1842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7C67-6455-C922-0661-9CB7CD91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DD16A-2385-8098-505D-07E724C4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DE251-5425-730B-5714-777EDEA3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0F42-5433-E2CF-84E8-B9EBCC54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9320A-F101-B81F-4E00-9440886F9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2723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2AA07-E246-7F10-D347-48F7FE25F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D00-AA59-485F-728B-A27E59907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B61D-C675-F9A2-9377-FA1A843F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59B90-AF48-F1BE-1B66-E3B5764A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D0C49-0EE4-472E-66CD-737DA8A2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31444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4629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4968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8244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2162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198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72135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6798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4487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79493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35366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14326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72200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07181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2458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9988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69231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354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9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1.xml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832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3877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08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7EDFE-5EFE-6A49-35C2-03472F3E1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4D3A-E674-006F-49EF-86978034F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F05E1-07D9-49C0-8329-1F4083258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82C71-729C-90F3-0E5D-4F154BCB4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59CA3-6F58-AF14-28A2-B48DCF736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82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4FD49-296F-4553-87DB-91F00E0BBC6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DF529-5700-44C7-9EB5-3F9991E4E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963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6D1B-2BEA-9CEF-C9E5-E3489512B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3" y="-1317522"/>
            <a:ext cx="11946192" cy="3893574"/>
          </a:xfrm>
        </p:spPr>
        <p:txBody>
          <a:bodyPr>
            <a:normAutofit fontScale="90000"/>
          </a:bodyPr>
          <a:lstStyle/>
          <a:p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br>
              <a:rPr lang="en-IN" sz="4900" b="1" dirty="0"/>
            </a:br>
            <a:r>
              <a:rPr lang="en-IN" sz="4900" b="1" dirty="0"/>
              <a:t>Cybersecurity Risks and Mitigation Strategies in FinTech</a:t>
            </a:r>
            <a:br>
              <a:rPr lang="en-IN" sz="4900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CF5A8-2377-0F4C-6AAB-4A51A7308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5948"/>
            <a:ext cx="10304206" cy="4572000"/>
          </a:xfrm>
        </p:spPr>
        <p:txBody>
          <a:bodyPr/>
          <a:lstStyle/>
          <a:p>
            <a:endParaRPr lang="en-IN" b="1" dirty="0"/>
          </a:p>
          <a:p>
            <a:r>
              <a:rPr lang="en-IN" b="1" dirty="0"/>
              <a:t>Submitted By:- </a:t>
            </a:r>
            <a:r>
              <a:rPr lang="en-IN" dirty="0"/>
              <a:t>Vikash Kumar</a:t>
            </a:r>
          </a:p>
          <a:p>
            <a:r>
              <a:rPr lang="en-IN" b="1" dirty="0"/>
              <a:t>           Roll Number:-  </a:t>
            </a:r>
            <a:r>
              <a:rPr lang="en-IN" dirty="0"/>
              <a:t>O23BCA110532</a:t>
            </a:r>
          </a:p>
          <a:p>
            <a:r>
              <a:rPr lang="en-IN" b="1" dirty="0"/>
              <a:t>           Course :- </a:t>
            </a:r>
            <a:r>
              <a:rPr lang="en-IN" dirty="0"/>
              <a:t>Batchelor of Computer Applications (BCA)</a:t>
            </a:r>
          </a:p>
          <a:p>
            <a:r>
              <a:rPr lang="en-IN" b="1" dirty="0"/>
              <a:t>          Collage/University :- </a:t>
            </a:r>
            <a:r>
              <a:rPr lang="en-IN" dirty="0"/>
              <a:t>Chandigarh University</a:t>
            </a:r>
          </a:p>
          <a:p>
            <a:r>
              <a:rPr lang="en-IN" b="1" dirty="0"/>
              <a:t>          Session :- </a:t>
            </a:r>
            <a:r>
              <a:rPr lang="en-IN" dirty="0"/>
              <a:t>2023-2026</a:t>
            </a:r>
          </a:p>
          <a:p>
            <a:r>
              <a:rPr lang="en-IN" b="1" dirty="0"/>
              <a:t>          Submitted To Mr. Nishant Chaturvedi </a:t>
            </a:r>
            <a:r>
              <a:rPr lang="en-IN" dirty="0"/>
              <a:t>(Mentor)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64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020AA-1822-4E15-FD78-98120B3C5769}"/>
              </a:ext>
            </a:extLst>
          </p:cNvPr>
          <p:cNvSpPr txBox="1"/>
          <p:nvPr/>
        </p:nvSpPr>
        <p:spPr>
          <a:xfrm>
            <a:off x="619432" y="648928"/>
            <a:ext cx="11484078" cy="396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1. Introduction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Financial Technology (FinTech) refers to the use of digital technology to provide financial services such as online payments, mobile banking, lending platforms, and investment services.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With the rapid growth of digital transactions, FinTech has become essential. However, this growth also introduces serious cybersecurity risks such as fraud, hacking, and data theft.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13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14272-B136-EC9A-A659-57108CC9F58E}"/>
              </a:ext>
            </a:extLst>
          </p:cNvPr>
          <p:cNvSpPr txBox="1"/>
          <p:nvPr/>
        </p:nvSpPr>
        <p:spPr>
          <a:xfrm>
            <a:off x="186813" y="0"/>
            <a:ext cx="11867535" cy="5960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🎯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2. Objectives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Identify major cybersecurity risks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Analyze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system vulnerabilities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Study impact of cyber threats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Explore mitigation strategies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Understand regulatory frameworks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📚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3. Literature Review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Studies show that FinTech platforms are frequent targets of cyberattacks like phishing, malware, and data breaches. Experts recommend strong encryption, authentication, and awareness programs to reduce risks.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74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D1D4FD-AC97-539E-8001-D95372A71DDF}"/>
              </a:ext>
            </a:extLst>
          </p:cNvPr>
          <p:cNvSpPr txBox="1"/>
          <p:nvPr/>
        </p:nvSpPr>
        <p:spPr>
          <a:xfrm>
            <a:off x="0" y="0"/>
            <a:ext cx="12192000" cy="687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4. Cybersecurity Risks in FinTech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🔸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Phishing Attacks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Fake emails/SMS to steal login details.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🔸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Data Breaches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Unauthorized access to user data.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🔸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DDoS Attacks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Server overload causing downtime.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🔸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Malware &amp; Ransomware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Malicious software to steal/lock data.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🔸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API Vulnerabilities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Weak APIs exposing systems.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🔸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Insider Threats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Employees misusing access.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16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EFE0DC-D7BF-7051-41A7-4FE8FD04B4B8}"/>
              </a:ext>
            </a:extLst>
          </p:cNvPr>
          <p:cNvSpPr txBox="1"/>
          <p:nvPr/>
        </p:nvSpPr>
        <p:spPr>
          <a:xfrm>
            <a:off x="1" y="0"/>
            <a:ext cx="12192000" cy="6443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🛠️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5. Vulnerabilities in FinTech Systems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Weak passwords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Poor encryption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Unsecured mobile apps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Network security gaps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Lack of updates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📉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6. Impact of Cyber Threats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Financial loss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Loss of customer trust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Legal penalties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Reputation damage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Privacy risks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09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35D39D-EEC3-BF59-7152-CC39D522A4D3}"/>
              </a:ext>
            </a:extLst>
          </p:cNvPr>
          <p:cNvSpPr txBox="1"/>
          <p:nvPr/>
        </p:nvSpPr>
        <p:spPr>
          <a:xfrm>
            <a:off x="0" y="0"/>
            <a:ext cx="12192000" cy="6877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📊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7. Case Studies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Case 1: UPI Fraud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Users lose money via fake payment links.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Case 2: Data Leak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Apps exposing personal financial data.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Case 3: Malware Attack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Hackers stealing banking credentials.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🔐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8. Mitigation Strategies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Encryption → Protects sensitive data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MFA (OTP/Biometrics) → Extra security layer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AI Fraud Detection → Detects suspicious activity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Security Audits → Regular checks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User Awareness → Prevent scams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29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72FE9A-D1A3-3A5C-517A-9659C2A8C747}"/>
              </a:ext>
            </a:extLst>
          </p:cNvPr>
          <p:cNvSpPr txBox="1"/>
          <p:nvPr/>
        </p:nvSpPr>
        <p:spPr>
          <a:xfrm>
            <a:off x="68826" y="43136"/>
            <a:ext cx="12044516" cy="7444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⚖️</a:t>
            </a: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9. Regulatory Framework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RBI Guidelines – Secure transactions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CERT-In – Cybersecurity monitoring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 Protection Laws – Privacy security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🤖</a:t>
            </a: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10. Role of Technology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Blockchain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Artificial Intelligence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Cloud Security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Biometric Authentication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11. Findings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FinTech is highly vulnerable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Phishing is most common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Awareness is low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Security reduces risks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29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EF9423-6225-F12F-B02A-8CB408496A66}"/>
              </a:ext>
            </a:extLst>
          </p:cNvPr>
          <p:cNvSpPr txBox="1"/>
          <p:nvPr/>
        </p:nvSpPr>
        <p:spPr>
          <a:xfrm>
            <a:off x="117987" y="144798"/>
            <a:ext cx="12005187" cy="6783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12. Conclusion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FinTech has revolutionized financial services but also created cybersecurity challenges. Strong protection systems, awareness, and regulations are essential for safe operations.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💡</a:t>
            </a: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13. Recommendations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Never share OTP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Use strong passwords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Enable 2FA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Avoid unknown links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Keep apps updated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 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📎</a:t>
            </a: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14. References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RBI Official Website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CERT-In Reports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Research Papers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Online Articles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645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</TotalTime>
  <Words>499</Words>
  <Application>Microsoft Office PowerPoint</Application>
  <PresentationFormat>Widescreen</PresentationFormat>
  <Paragraphs>93</Paragraphs>
  <Slides>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Segoe UI Emoji</vt:lpstr>
      <vt:lpstr>Trebuchet MS</vt:lpstr>
      <vt:lpstr>Wingdings 3</vt:lpstr>
      <vt:lpstr>Ion</vt:lpstr>
      <vt:lpstr>1_Ion</vt:lpstr>
      <vt:lpstr>Facet</vt:lpstr>
      <vt:lpstr>Office Theme</vt:lpstr>
      <vt:lpstr>Vapor Trail</vt:lpstr>
      <vt:lpstr>                          Cybersecurity Risks and Mitigation Strategies in FinTech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vikash kumar</dc:creator>
  <cp:lastModifiedBy>vikash kumar</cp:lastModifiedBy>
  <cp:revision>1</cp:revision>
  <dcterms:created xsi:type="dcterms:W3CDTF">2026-04-10T17:15:08Z</dcterms:created>
  <dcterms:modified xsi:type="dcterms:W3CDTF">2026-04-10T17:34:23Z</dcterms:modified>
</cp:coreProperties>
</file>